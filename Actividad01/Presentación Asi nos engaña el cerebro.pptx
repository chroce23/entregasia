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FS Theokritos" charset="1" panose="02000500070000020004"/>
      <p:regular r:id="rId14"/>
    </p:embeddedFont>
    <p:embeddedFont>
      <p:font typeface="TT Chocolates" charset="1" panose="020005030200000200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19" Target="../media/image18.png" Type="http://schemas.openxmlformats.org/officeDocument/2006/relationships/image"/><Relationship Id="rId2" Target="../media/image1.jpeg" Type="http://schemas.openxmlformats.org/officeDocument/2006/relationships/image"/><Relationship Id="rId20" Target="../media/image19.svg" Type="http://schemas.openxmlformats.org/officeDocument/2006/relationships/image"/><Relationship Id="rId21" Target="../media/image20.png" Type="http://schemas.openxmlformats.org/officeDocument/2006/relationships/image"/><Relationship Id="rId22" Target="../media/image21.sv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.png" Type="http://schemas.openxmlformats.org/officeDocument/2006/relationships/image"/><Relationship Id="rId11" Target="../media/image5.svg" Type="http://schemas.openxmlformats.org/officeDocument/2006/relationships/image"/><Relationship Id="rId12" Target="../media/image29.jpeg" Type="http://schemas.openxmlformats.org/officeDocument/2006/relationships/image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19" Target="../media/image20.png" Type="http://schemas.openxmlformats.org/officeDocument/2006/relationships/image"/><Relationship Id="rId2" Target="../media/image1.jpeg" Type="http://schemas.openxmlformats.org/officeDocument/2006/relationships/image"/><Relationship Id="rId20" Target="../media/image21.sv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61931" y="1693718"/>
            <a:ext cx="6029599" cy="1970775"/>
          </a:xfrm>
          <a:custGeom>
            <a:avLst/>
            <a:gdLst/>
            <a:ahLst/>
            <a:cxnLst/>
            <a:rect r="r" b="b" t="t" l="l"/>
            <a:pathLst>
              <a:path h="1970775" w="6029599">
                <a:moveTo>
                  <a:pt x="0" y="0"/>
                </a:moveTo>
                <a:lnTo>
                  <a:pt x="6029599" y="0"/>
                </a:lnTo>
                <a:lnTo>
                  <a:pt x="6029599" y="1970775"/>
                </a:lnTo>
                <a:lnTo>
                  <a:pt x="0" y="19707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7420" y="3710778"/>
            <a:ext cx="14533160" cy="312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9"/>
              </a:lnSpc>
            </a:pPr>
            <a:r>
              <a:rPr lang="en-US" sz="9999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 EL CEREBRO NOS ENGAÑA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902402" y="6876253"/>
            <a:ext cx="8483197" cy="795300"/>
          </a:xfrm>
          <a:custGeom>
            <a:avLst/>
            <a:gdLst/>
            <a:ahLst/>
            <a:cxnLst/>
            <a:rect r="r" b="b" t="t" l="l"/>
            <a:pathLst>
              <a:path h="795300" w="8483197">
                <a:moveTo>
                  <a:pt x="0" y="0"/>
                </a:moveTo>
                <a:lnTo>
                  <a:pt x="8483196" y="0"/>
                </a:lnTo>
                <a:lnTo>
                  <a:pt x="8483196" y="795300"/>
                </a:lnTo>
                <a:lnTo>
                  <a:pt x="0" y="7953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68299">
            <a:off x="754012" y="1700759"/>
            <a:ext cx="3558410" cy="1739159"/>
          </a:xfrm>
          <a:custGeom>
            <a:avLst/>
            <a:gdLst/>
            <a:ahLst/>
            <a:cxnLst/>
            <a:rect r="r" b="b" t="t" l="l"/>
            <a:pathLst>
              <a:path h="1739159" w="3558410">
                <a:moveTo>
                  <a:pt x="0" y="0"/>
                </a:moveTo>
                <a:lnTo>
                  <a:pt x="3558410" y="0"/>
                </a:lnTo>
                <a:lnTo>
                  <a:pt x="3558410" y="1739158"/>
                </a:lnTo>
                <a:lnTo>
                  <a:pt x="0" y="1739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24266">
            <a:off x="13995122" y="1209525"/>
            <a:ext cx="3358842" cy="2558827"/>
          </a:xfrm>
          <a:custGeom>
            <a:avLst/>
            <a:gdLst/>
            <a:ahLst/>
            <a:cxnLst/>
            <a:rect r="r" b="b" t="t" l="l"/>
            <a:pathLst>
              <a:path h="2558827" w="3358842">
                <a:moveTo>
                  <a:pt x="0" y="0"/>
                </a:moveTo>
                <a:lnTo>
                  <a:pt x="3358842" y="0"/>
                </a:lnTo>
                <a:lnTo>
                  <a:pt x="3358842" y="2558828"/>
                </a:lnTo>
                <a:lnTo>
                  <a:pt x="0" y="25588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01351">
            <a:off x="1117574" y="5918301"/>
            <a:ext cx="2974461" cy="3597612"/>
          </a:xfrm>
          <a:custGeom>
            <a:avLst/>
            <a:gdLst/>
            <a:ahLst/>
            <a:cxnLst/>
            <a:rect r="r" b="b" t="t" l="l"/>
            <a:pathLst>
              <a:path h="3597612" w="2974461">
                <a:moveTo>
                  <a:pt x="0" y="0"/>
                </a:moveTo>
                <a:lnTo>
                  <a:pt x="2974461" y="0"/>
                </a:lnTo>
                <a:lnTo>
                  <a:pt x="2974461" y="3597612"/>
                </a:lnTo>
                <a:lnTo>
                  <a:pt x="0" y="359761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24513" y="818524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1" y="0"/>
                </a:lnTo>
                <a:lnTo>
                  <a:pt x="3195201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7649376">
            <a:off x="-690213" y="8628727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505603">
            <a:off x="-911115" y="-568708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7495">
            <a:off x="14774411" y="6303924"/>
            <a:ext cx="2133183" cy="3317999"/>
          </a:xfrm>
          <a:custGeom>
            <a:avLst/>
            <a:gdLst/>
            <a:ahLst/>
            <a:cxnLst/>
            <a:rect r="r" b="b" t="t" l="l"/>
            <a:pathLst>
              <a:path h="3317999" w="2133183">
                <a:moveTo>
                  <a:pt x="0" y="0"/>
                </a:moveTo>
                <a:lnTo>
                  <a:pt x="2133183" y="0"/>
                </a:lnTo>
                <a:lnTo>
                  <a:pt x="2133183" y="3317999"/>
                </a:lnTo>
                <a:lnTo>
                  <a:pt x="0" y="331799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853913">
            <a:off x="5005311" y="754588"/>
            <a:ext cx="1649264" cy="1604284"/>
          </a:xfrm>
          <a:custGeom>
            <a:avLst/>
            <a:gdLst/>
            <a:ahLst/>
            <a:cxnLst/>
            <a:rect r="r" b="b" t="t" l="l"/>
            <a:pathLst>
              <a:path h="1604284" w="1649264">
                <a:moveTo>
                  <a:pt x="0" y="0"/>
                </a:moveTo>
                <a:lnTo>
                  <a:pt x="1649263" y="0"/>
                </a:lnTo>
                <a:lnTo>
                  <a:pt x="1649263" y="1604284"/>
                </a:lnTo>
                <a:lnTo>
                  <a:pt x="0" y="160428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7960364">
            <a:off x="11107174" y="8379030"/>
            <a:ext cx="1679184" cy="1633388"/>
          </a:xfrm>
          <a:custGeom>
            <a:avLst/>
            <a:gdLst/>
            <a:ahLst/>
            <a:cxnLst/>
            <a:rect r="r" b="b" t="t" l="l"/>
            <a:pathLst>
              <a:path h="1633388" w="1679184">
                <a:moveTo>
                  <a:pt x="0" y="0"/>
                </a:moveTo>
                <a:lnTo>
                  <a:pt x="1679184" y="0"/>
                </a:lnTo>
                <a:lnTo>
                  <a:pt x="1679184" y="1633389"/>
                </a:lnTo>
                <a:lnTo>
                  <a:pt x="0" y="16333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401791" y="4171874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190379" y="487990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38018" y="5994429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4"/>
                </a:lnTo>
                <a:lnTo>
                  <a:pt x="0" y="39399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630996" y="8563783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8" y="0"/>
                </a:lnTo>
                <a:lnTo>
                  <a:pt x="421068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951714" y="2031346"/>
            <a:ext cx="4450034" cy="69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66"/>
              </a:lnSpc>
            </a:pPr>
            <a:r>
              <a:rPr lang="en-US" sz="2488" spc="144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PROGRAMACION AVANZADA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41552" y="8037182"/>
            <a:ext cx="9994239" cy="487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</a:pPr>
            <a:r>
              <a:rPr lang="en-US" sz="3021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Basado en el programa Redes de Edu</a:t>
            </a:r>
            <a:r>
              <a:rPr lang="en-US" sz="3021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ard Punset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18738" y="4240035"/>
            <a:ext cx="337006" cy="386244"/>
          </a:xfrm>
          <a:custGeom>
            <a:avLst/>
            <a:gdLst/>
            <a:ahLst/>
            <a:cxnLst/>
            <a:rect r="r" b="b" t="t" l="l"/>
            <a:pathLst>
              <a:path h="386244" w="337006">
                <a:moveTo>
                  <a:pt x="0" y="0"/>
                </a:moveTo>
                <a:lnTo>
                  <a:pt x="337006" y="0"/>
                </a:lnTo>
                <a:lnTo>
                  <a:pt x="337006" y="386244"/>
                </a:lnTo>
                <a:lnTo>
                  <a:pt x="0" y="38624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873555" y="1577092"/>
            <a:ext cx="485517" cy="556453"/>
          </a:xfrm>
          <a:custGeom>
            <a:avLst/>
            <a:gdLst/>
            <a:ahLst/>
            <a:cxnLst/>
            <a:rect r="r" b="b" t="t" l="l"/>
            <a:pathLst>
              <a:path h="556453" w="485517">
                <a:moveTo>
                  <a:pt x="0" y="0"/>
                </a:moveTo>
                <a:lnTo>
                  <a:pt x="485518" y="0"/>
                </a:lnTo>
                <a:lnTo>
                  <a:pt x="485518" y="556453"/>
                </a:lnTo>
                <a:lnTo>
                  <a:pt x="0" y="5564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106079" t="-76273" r="0" b="-5478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12203" y="779299"/>
            <a:ext cx="12663594" cy="312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9"/>
              </a:lnSpc>
            </a:pPr>
            <a:r>
              <a:rPr lang="en-US" sz="9999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El Mito de los Recuerdos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60191" y="3710158"/>
            <a:ext cx="4567618" cy="428214"/>
          </a:xfrm>
          <a:custGeom>
            <a:avLst/>
            <a:gdLst/>
            <a:ahLst/>
            <a:cxnLst/>
            <a:rect r="r" b="b" t="t" l="l"/>
            <a:pathLst>
              <a:path h="428214" w="4567618">
                <a:moveTo>
                  <a:pt x="0" y="0"/>
                </a:moveTo>
                <a:lnTo>
                  <a:pt x="4567618" y="0"/>
                </a:lnTo>
                <a:lnTo>
                  <a:pt x="4567618" y="428214"/>
                </a:lnTo>
                <a:lnTo>
                  <a:pt x="0" y="4282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16017">
            <a:off x="15753132" y="8154626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649376">
            <a:off x="-492394" y="791780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05603">
            <a:off x="-911115" y="133037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16695" y="4014205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22986" y="773546"/>
            <a:ext cx="403836" cy="430758"/>
          </a:xfrm>
          <a:custGeom>
            <a:avLst/>
            <a:gdLst/>
            <a:ahLst/>
            <a:cxnLst/>
            <a:rect r="r" b="b" t="t" l="l"/>
            <a:pathLst>
              <a:path h="430758" w="403836">
                <a:moveTo>
                  <a:pt x="0" y="0"/>
                </a:moveTo>
                <a:lnTo>
                  <a:pt x="403836" y="0"/>
                </a:lnTo>
                <a:lnTo>
                  <a:pt x="403836" y="430759"/>
                </a:lnTo>
                <a:lnTo>
                  <a:pt x="0" y="430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2703" y="5844404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5"/>
                </a:lnTo>
                <a:lnTo>
                  <a:pt x="0" y="393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4852" y="3778182"/>
            <a:ext cx="481074" cy="551361"/>
          </a:xfrm>
          <a:custGeom>
            <a:avLst/>
            <a:gdLst/>
            <a:ahLst/>
            <a:cxnLst/>
            <a:rect r="r" b="b" t="t" l="l"/>
            <a:pathLst>
              <a:path h="551361" w="481074">
                <a:moveTo>
                  <a:pt x="0" y="0"/>
                </a:moveTo>
                <a:lnTo>
                  <a:pt x="481073" y="0"/>
                </a:lnTo>
                <a:lnTo>
                  <a:pt x="481073" y="551361"/>
                </a:lnTo>
                <a:lnTo>
                  <a:pt x="0" y="5513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467169">
            <a:off x="14395822" y="4442452"/>
            <a:ext cx="1369106" cy="4114800"/>
          </a:xfrm>
          <a:custGeom>
            <a:avLst/>
            <a:gdLst/>
            <a:ahLst/>
            <a:cxnLst/>
            <a:rect r="r" b="b" t="t" l="l"/>
            <a:pathLst>
              <a:path h="4114800" w="1369106">
                <a:moveTo>
                  <a:pt x="0" y="0"/>
                </a:moveTo>
                <a:lnTo>
                  <a:pt x="1369106" y="0"/>
                </a:lnTo>
                <a:lnTo>
                  <a:pt x="13691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632913">
            <a:off x="2084549" y="5291107"/>
            <a:ext cx="2430421" cy="3268292"/>
          </a:xfrm>
          <a:custGeom>
            <a:avLst/>
            <a:gdLst/>
            <a:ahLst/>
            <a:cxnLst/>
            <a:rect r="r" b="b" t="t" l="l"/>
            <a:pathLst>
              <a:path h="3268292" w="2430421">
                <a:moveTo>
                  <a:pt x="2430421" y="0"/>
                </a:moveTo>
                <a:lnTo>
                  <a:pt x="0" y="0"/>
                </a:lnTo>
                <a:lnTo>
                  <a:pt x="0" y="3268292"/>
                </a:lnTo>
                <a:lnTo>
                  <a:pt x="2430421" y="3268292"/>
                </a:lnTo>
                <a:lnTo>
                  <a:pt x="2430421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31414" y="8226027"/>
            <a:ext cx="1660130" cy="528223"/>
          </a:xfrm>
          <a:custGeom>
            <a:avLst/>
            <a:gdLst/>
            <a:ahLst/>
            <a:cxnLst/>
            <a:rect r="r" b="b" t="t" l="l"/>
            <a:pathLst>
              <a:path h="528223" w="1660130">
                <a:moveTo>
                  <a:pt x="0" y="0"/>
                </a:moveTo>
                <a:lnTo>
                  <a:pt x="1660130" y="0"/>
                </a:lnTo>
                <a:lnTo>
                  <a:pt x="1660130" y="528223"/>
                </a:lnTo>
                <a:lnTo>
                  <a:pt x="0" y="5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43619" y="5527099"/>
            <a:ext cx="7800762" cy="2998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Creemos que los recuerdos son fotos exactas, pero en realidad son reconstrucciones.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Dos personas pueden vivir lo mismo y recordar cosas totalmente diferentes según lo que sintieron.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cerebro adapta el pasado a lo q</a:t>
            </a: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ue nos conviene y nos ayuda a sobrevivir hoy.</a:t>
            </a:r>
          </a:p>
          <a:p>
            <a:pPr algn="l">
              <a:lnSpc>
                <a:spcPts val="341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703341" y="4365625"/>
            <a:ext cx="8881318" cy="665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6"/>
              </a:lnSpc>
              <a:spcBef>
                <a:spcPct val="0"/>
              </a:spcBef>
            </a:pPr>
            <a:r>
              <a:rPr lang="en-US" sz="430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La memoria no es una cámara de video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91972">
            <a:off x="-2939777" y="463549"/>
            <a:ext cx="13073039" cy="9592343"/>
          </a:xfrm>
          <a:custGeom>
            <a:avLst/>
            <a:gdLst/>
            <a:ahLst/>
            <a:cxnLst/>
            <a:rect r="r" b="b" t="t" l="l"/>
            <a:pathLst>
              <a:path h="9592343" w="13073039">
                <a:moveTo>
                  <a:pt x="0" y="0"/>
                </a:moveTo>
                <a:lnTo>
                  <a:pt x="13073040" y="0"/>
                </a:lnTo>
                <a:lnTo>
                  <a:pt x="13073040" y="9592343"/>
                </a:lnTo>
                <a:lnTo>
                  <a:pt x="0" y="959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516017">
            <a:off x="15753132" y="8154626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16695" y="4014205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22986" y="773546"/>
            <a:ext cx="403836" cy="430758"/>
          </a:xfrm>
          <a:custGeom>
            <a:avLst/>
            <a:gdLst/>
            <a:ahLst/>
            <a:cxnLst/>
            <a:rect r="r" b="b" t="t" l="l"/>
            <a:pathLst>
              <a:path h="430758" w="403836">
                <a:moveTo>
                  <a:pt x="0" y="0"/>
                </a:moveTo>
                <a:lnTo>
                  <a:pt x="403836" y="0"/>
                </a:lnTo>
                <a:lnTo>
                  <a:pt x="403836" y="430759"/>
                </a:lnTo>
                <a:lnTo>
                  <a:pt x="0" y="4307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339293"/>
            <a:ext cx="7881029" cy="217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8"/>
              </a:lnSpc>
            </a:pPr>
            <a:r>
              <a:rPr lang="en-US" sz="6900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El Mito de los Recuerdos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00779" y="2535859"/>
            <a:ext cx="4299028" cy="403034"/>
          </a:xfrm>
          <a:custGeom>
            <a:avLst/>
            <a:gdLst/>
            <a:ahLst/>
            <a:cxnLst/>
            <a:rect r="r" b="b" t="t" l="l"/>
            <a:pathLst>
              <a:path h="403034" w="4299028">
                <a:moveTo>
                  <a:pt x="0" y="0"/>
                </a:moveTo>
                <a:lnTo>
                  <a:pt x="4299028" y="0"/>
                </a:lnTo>
                <a:lnTo>
                  <a:pt x="4299028" y="403034"/>
                </a:lnTo>
                <a:lnTo>
                  <a:pt x="0" y="4030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47533" y="4463943"/>
            <a:ext cx="5899818" cy="65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583" indent="-216291" lvl="1">
              <a:lnSpc>
                <a:spcPts val="2644"/>
              </a:lnSpc>
              <a:buFont typeface="Arial"/>
              <a:buChar char="•"/>
            </a:pPr>
            <a:r>
              <a:rPr lang="en-US" sz="2003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Creemos que los recuerdos son fotos exactas, pero en realidad son reconstrucciones.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87280" y="935509"/>
            <a:ext cx="5837727" cy="8229600"/>
            <a:chOff x="0" y="0"/>
            <a:chExt cx="904417" cy="12749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4417" cy="1274980"/>
            </a:xfrm>
            <a:custGeom>
              <a:avLst/>
              <a:gdLst/>
              <a:ahLst/>
              <a:cxnLst/>
              <a:rect r="r" b="b" t="t" l="l"/>
              <a:pathLst>
                <a:path h="1274980" w="904417">
                  <a:moveTo>
                    <a:pt x="64983" y="0"/>
                  </a:moveTo>
                  <a:lnTo>
                    <a:pt x="839434" y="0"/>
                  </a:lnTo>
                  <a:cubicBezTo>
                    <a:pt x="875323" y="0"/>
                    <a:pt x="904417" y="29094"/>
                    <a:pt x="904417" y="64983"/>
                  </a:cubicBezTo>
                  <a:lnTo>
                    <a:pt x="904417" y="1209997"/>
                  </a:lnTo>
                  <a:cubicBezTo>
                    <a:pt x="904417" y="1245886"/>
                    <a:pt x="875323" y="1274980"/>
                    <a:pt x="839434" y="1274980"/>
                  </a:cubicBezTo>
                  <a:lnTo>
                    <a:pt x="64983" y="1274980"/>
                  </a:lnTo>
                  <a:cubicBezTo>
                    <a:pt x="29094" y="1274980"/>
                    <a:pt x="0" y="1245886"/>
                    <a:pt x="0" y="1209997"/>
                  </a:cubicBezTo>
                  <a:lnTo>
                    <a:pt x="0" y="64983"/>
                  </a:lnTo>
                  <a:cubicBezTo>
                    <a:pt x="0" y="29094"/>
                    <a:pt x="29094" y="0"/>
                    <a:pt x="64983" y="0"/>
                  </a:cubicBezTo>
                  <a:close/>
                </a:path>
              </a:pathLst>
            </a:custGeom>
            <a:blipFill>
              <a:blip r:embed="rId12"/>
              <a:stretch>
                <a:fillRect l="-75309" t="0" r="-75309" b="0"/>
              </a:stretch>
            </a:blipFill>
            <a:ln w="95250" cap="rnd">
              <a:solidFill>
                <a:srgbClr val="3D2007"/>
              </a:solidFill>
              <a:prstDash val="solid"/>
              <a:round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8768418" y="4558143"/>
            <a:ext cx="1479115" cy="71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</a:pPr>
            <a:r>
              <a:rPr lang="en-US" sz="6215">
                <a:solidFill>
                  <a:srgbClr val="FFFFF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47533" y="6484109"/>
            <a:ext cx="5899818" cy="98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583" indent="-216291" lvl="1">
              <a:lnSpc>
                <a:spcPts val="2644"/>
              </a:lnSpc>
              <a:buFont typeface="Arial"/>
              <a:buChar char="•"/>
            </a:pPr>
            <a:r>
              <a:rPr lang="en-US" sz="2003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Dos personas pueden vivir lo mismo y recordar cosas totalmente diferentes según lo que sintieron.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8418" y="6727882"/>
            <a:ext cx="1479115" cy="71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</a:pPr>
            <a:r>
              <a:rPr lang="en-US" sz="6215">
                <a:solidFill>
                  <a:srgbClr val="FFFFF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7533" y="8835874"/>
            <a:ext cx="5899818" cy="65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2583" indent="-216291" lvl="1">
              <a:lnSpc>
                <a:spcPts val="2644"/>
              </a:lnSpc>
              <a:buFont typeface="Arial"/>
              <a:buChar char="•"/>
            </a:pPr>
            <a:r>
              <a:rPr lang="en-US" sz="2003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cerebro adapta el pasado a lo que nos conviene y nos ayuda a sobrevivir hoy.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06518" y="8930074"/>
            <a:ext cx="1479115" cy="71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1"/>
              </a:lnSpc>
            </a:pPr>
            <a:r>
              <a:rPr lang="en-US" sz="6215">
                <a:solidFill>
                  <a:srgbClr val="FFFFFF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3116230"/>
            <a:ext cx="61966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La memoria no es una cámara de video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06049" y="1800708"/>
            <a:ext cx="8197567" cy="2139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75"/>
              </a:lnSpc>
            </a:pPr>
            <a:r>
              <a:rPr lang="en-US" sz="6783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La Fábrica de Mentiras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106049" y="4053862"/>
            <a:ext cx="4567618" cy="428214"/>
          </a:xfrm>
          <a:custGeom>
            <a:avLst/>
            <a:gdLst/>
            <a:ahLst/>
            <a:cxnLst/>
            <a:rect r="r" b="b" t="t" l="l"/>
            <a:pathLst>
              <a:path h="428214" w="4567618">
                <a:moveTo>
                  <a:pt x="0" y="0"/>
                </a:moveTo>
                <a:lnTo>
                  <a:pt x="4567617" y="0"/>
                </a:lnTo>
                <a:lnTo>
                  <a:pt x="4567617" y="428215"/>
                </a:lnTo>
                <a:lnTo>
                  <a:pt x="0" y="428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16017">
            <a:off x="15753132" y="8154626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649376">
            <a:off x="-492394" y="791780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05603">
            <a:off x="-911115" y="133037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16695" y="4014205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49433" y="642671"/>
            <a:ext cx="403836" cy="430758"/>
          </a:xfrm>
          <a:custGeom>
            <a:avLst/>
            <a:gdLst/>
            <a:ahLst/>
            <a:cxnLst/>
            <a:rect r="r" b="b" t="t" l="l"/>
            <a:pathLst>
              <a:path h="430758" w="403836">
                <a:moveTo>
                  <a:pt x="0" y="0"/>
                </a:moveTo>
                <a:lnTo>
                  <a:pt x="403836" y="0"/>
                </a:lnTo>
                <a:lnTo>
                  <a:pt x="403836" y="430758"/>
                </a:lnTo>
                <a:lnTo>
                  <a:pt x="0" y="4307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2703" y="5844404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5"/>
                </a:lnTo>
                <a:lnTo>
                  <a:pt x="0" y="393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4852" y="3778182"/>
            <a:ext cx="481074" cy="551361"/>
          </a:xfrm>
          <a:custGeom>
            <a:avLst/>
            <a:gdLst/>
            <a:ahLst/>
            <a:cxnLst/>
            <a:rect r="r" b="b" t="t" l="l"/>
            <a:pathLst>
              <a:path h="551361" w="481074">
                <a:moveTo>
                  <a:pt x="0" y="0"/>
                </a:moveTo>
                <a:lnTo>
                  <a:pt x="481073" y="0"/>
                </a:lnTo>
                <a:lnTo>
                  <a:pt x="481073" y="551361"/>
                </a:lnTo>
                <a:lnTo>
                  <a:pt x="0" y="5513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106049" y="5652209"/>
            <a:ext cx="7447220" cy="275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590" indent="-257795" lvl="1">
              <a:lnSpc>
                <a:spcPts val="3152"/>
              </a:lnSpc>
              <a:buFont typeface="Arial"/>
              <a:buChar char="•"/>
            </a:pPr>
            <a:r>
              <a:rPr lang="en-US" sz="2388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Sí, el cerebro es sumamente moldeable ante la sugestión externa.</a:t>
            </a:r>
          </a:p>
          <a:p>
            <a:pPr algn="l" marL="515590" indent="-257795" lvl="1">
              <a:lnSpc>
                <a:spcPts val="3152"/>
              </a:lnSpc>
              <a:buFont typeface="Arial"/>
              <a:buChar char="•"/>
            </a:pPr>
            <a:r>
              <a:rPr lang="en-US" sz="2388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Si te cuentan una historia falsa con detalles y la imaginas seguido, tu mente la adoptará como real.</a:t>
            </a:r>
          </a:p>
          <a:p>
            <a:pPr algn="l" marL="515590" indent="-257795" lvl="1">
              <a:lnSpc>
                <a:spcPts val="3152"/>
              </a:lnSpc>
              <a:buFont typeface="Arial"/>
              <a:buChar char="•"/>
            </a:pPr>
            <a:r>
              <a:rPr lang="en-US" sz="2388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Al final, nos volvemos incapaces de distinguir lo que vivi</a:t>
            </a:r>
            <a:r>
              <a:rPr lang="en-US" sz="2388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mos de lo que imaginamos.</a:t>
            </a:r>
          </a:p>
          <a:p>
            <a:pPr algn="l">
              <a:lnSpc>
                <a:spcPts val="3152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805925" y="2376324"/>
            <a:ext cx="5128289" cy="6171901"/>
          </a:xfrm>
          <a:custGeom>
            <a:avLst/>
            <a:gdLst/>
            <a:ahLst/>
            <a:cxnLst/>
            <a:rect r="r" b="b" t="t" l="l"/>
            <a:pathLst>
              <a:path h="6171901" w="5128289">
                <a:moveTo>
                  <a:pt x="0" y="0"/>
                </a:moveTo>
                <a:lnTo>
                  <a:pt x="5128289" y="0"/>
                </a:lnTo>
                <a:lnTo>
                  <a:pt x="5128289" y="6171901"/>
                </a:lnTo>
                <a:lnTo>
                  <a:pt x="0" y="61719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106049" y="4833341"/>
            <a:ext cx="5643116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0"/>
              </a:lnSpc>
              <a:spcBef>
                <a:spcPct val="0"/>
              </a:spcBef>
            </a:pPr>
            <a:r>
              <a:rPr lang="en-US" sz="300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¿Se pueden crear recuerdos falsos?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7068">
            <a:off x="2650744" y="479702"/>
            <a:ext cx="13107280" cy="9617467"/>
          </a:xfrm>
          <a:custGeom>
            <a:avLst/>
            <a:gdLst/>
            <a:ahLst/>
            <a:cxnLst/>
            <a:rect r="r" b="b" t="t" l="l"/>
            <a:pathLst>
              <a:path h="9617467" w="13107280">
                <a:moveTo>
                  <a:pt x="0" y="0"/>
                </a:moveTo>
                <a:lnTo>
                  <a:pt x="13107280" y="0"/>
                </a:lnTo>
                <a:lnTo>
                  <a:pt x="13107280" y="9617467"/>
                </a:lnTo>
                <a:lnTo>
                  <a:pt x="0" y="9617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49598" y="962025"/>
            <a:ext cx="11988803" cy="2881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83"/>
              </a:lnSpc>
            </a:pPr>
            <a:r>
              <a:rPr lang="en-US" sz="9166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El Peligro en la Justicia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67389" y="3783880"/>
            <a:ext cx="5353223" cy="501865"/>
          </a:xfrm>
          <a:custGeom>
            <a:avLst/>
            <a:gdLst/>
            <a:ahLst/>
            <a:cxnLst/>
            <a:rect r="r" b="b" t="t" l="l"/>
            <a:pathLst>
              <a:path h="501865" w="5353223">
                <a:moveTo>
                  <a:pt x="0" y="0"/>
                </a:moveTo>
                <a:lnTo>
                  <a:pt x="5353222" y="0"/>
                </a:lnTo>
                <a:lnTo>
                  <a:pt x="5353222" y="501865"/>
                </a:lnTo>
                <a:lnTo>
                  <a:pt x="0" y="501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516017">
            <a:off x="15753132" y="8154626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649376">
            <a:off x="-492394" y="791780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505603">
            <a:off x="-911115" y="133037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16695" y="4014205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822986" y="773546"/>
            <a:ext cx="403836" cy="430758"/>
          </a:xfrm>
          <a:custGeom>
            <a:avLst/>
            <a:gdLst/>
            <a:ahLst/>
            <a:cxnLst/>
            <a:rect r="r" b="b" t="t" l="l"/>
            <a:pathLst>
              <a:path h="430758" w="403836">
                <a:moveTo>
                  <a:pt x="0" y="0"/>
                </a:moveTo>
                <a:lnTo>
                  <a:pt x="403836" y="0"/>
                </a:lnTo>
                <a:lnTo>
                  <a:pt x="403836" y="430759"/>
                </a:lnTo>
                <a:lnTo>
                  <a:pt x="0" y="4307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2703" y="5844404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5"/>
                </a:lnTo>
                <a:lnTo>
                  <a:pt x="0" y="3939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4852" y="3778182"/>
            <a:ext cx="481074" cy="551361"/>
          </a:xfrm>
          <a:custGeom>
            <a:avLst/>
            <a:gdLst/>
            <a:ahLst/>
            <a:cxnLst/>
            <a:rect r="r" b="b" t="t" l="l"/>
            <a:pathLst>
              <a:path h="551361" w="481074">
                <a:moveTo>
                  <a:pt x="0" y="0"/>
                </a:moveTo>
                <a:lnTo>
                  <a:pt x="481073" y="0"/>
                </a:lnTo>
                <a:lnTo>
                  <a:pt x="481073" y="551361"/>
                </a:lnTo>
                <a:lnTo>
                  <a:pt x="0" y="5513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712093" y="5250336"/>
            <a:ext cx="8709038" cy="385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  Testigos que creen su propia ilusión</a:t>
            </a:r>
          </a:p>
          <a:p>
            <a:pPr algn="ctr">
              <a:lnSpc>
                <a:spcPts val="3419"/>
              </a:lnSpc>
            </a:pP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Más del 80% de las condenas a inocentes ocurren por fallas en la memoria de los testigos.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Un falso recuerdo no es una mentira; la persona de verdad jura que pasó así.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La mente rellena los huecos c</a:t>
            </a: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on películas, noticias o comentarios de otros.</a:t>
            </a:r>
          </a:p>
          <a:p>
            <a:pPr algn="ctr">
              <a:lnSpc>
                <a:spcPts val="34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89538" y="1226091"/>
            <a:ext cx="12663594" cy="127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0"/>
              </a:lnSpc>
            </a:pPr>
            <a:r>
              <a:rPr lang="en-US" sz="8000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Engañando a los Sentidos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60191" y="2501170"/>
            <a:ext cx="4567618" cy="428214"/>
          </a:xfrm>
          <a:custGeom>
            <a:avLst/>
            <a:gdLst/>
            <a:ahLst/>
            <a:cxnLst/>
            <a:rect r="r" b="b" t="t" l="l"/>
            <a:pathLst>
              <a:path h="428214" w="4567618">
                <a:moveTo>
                  <a:pt x="0" y="0"/>
                </a:moveTo>
                <a:lnTo>
                  <a:pt x="4567618" y="0"/>
                </a:lnTo>
                <a:lnTo>
                  <a:pt x="4567618" y="428215"/>
                </a:lnTo>
                <a:lnTo>
                  <a:pt x="0" y="428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16017">
            <a:off x="15753132" y="8154626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649376">
            <a:off x="-492394" y="791780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05603">
            <a:off x="-911115" y="133037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16695" y="4014205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22986" y="773546"/>
            <a:ext cx="403836" cy="430758"/>
          </a:xfrm>
          <a:custGeom>
            <a:avLst/>
            <a:gdLst/>
            <a:ahLst/>
            <a:cxnLst/>
            <a:rect r="r" b="b" t="t" l="l"/>
            <a:pathLst>
              <a:path h="430758" w="403836">
                <a:moveTo>
                  <a:pt x="0" y="0"/>
                </a:moveTo>
                <a:lnTo>
                  <a:pt x="403836" y="0"/>
                </a:lnTo>
                <a:lnTo>
                  <a:pt x="403836" y="430759"/>
                </a:lnTo>
                <a:lnTo>
                  <a:pt x="0" y="430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2703" y="5844404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5"/>
                </a:lnTo>
                <a:lnTo>
                  <a:pt x="0" y="393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4852" y="3778182"/>
            <a:ext cx="481074" cy="551361"/>
          </a:xfrm>
          <a:custGeom>
            <a:avLst/>
            <a:gdLst/>
            <a:ahLst/>
            <a:cxnLst/>
            <a:rect r="r" b="b" t="t" l="l"/>
            <a:pathLst>
              <a:path h="551361" w="481074">
                <a:moveTo>
                  <a:pt x="0" y="0"/>
                </a:moveTo>
                <a:lnTo>
                  <a:pt x="481073" y="0"/>
                </a:lnTo>
                <a:lnTo>
                  <a:pt x="481073" y="551361"/>
                </a:lnTo>
                <a:lnTo>
                  <a:pt x="0" y="5513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467169">
            <a:off x="14395822" y="4442452"/>
            <a:ext cx="1369106" cy="4114800"/>
          </a:xfrm>
          <a:custGeom>
            <a:avLst/>
            <a:gdLst/>
            <a:ahLst/>
            <a:cxnLst/>
            <a:rect r="r" b="b" t="t" l="l"/>
            <a:pathLst>
              <a:path h="4114800" w="1369106">
                <a:moveTo>
                  <a:pt x="0" y="0"/>
                </a:moveTo>
                <a:lnTo>
                  <a:pt x="1369106" y="0"/>
                </a:lnTo>
                <a:lnTo>
                  <a:pt x="13691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632913">
            <a:off x="2084549" y="5291107"/>
            <a:ext cx="2430421" cy="3268292"/>
          </a:xfrm>
          <a:custGeom>
            <a:avLst/>
            <a:gdLst/>
            <a:ahLst/>
            <a:cxnLst/>
            <a:rect r="r" b="b" t="t" l="l"/>
            <a:pathLst>
              <a:path h="3268292" w="2430421">
                <a:moveTo>
                  <a:pt x="2430421" y="0"/>
                </a:moveTo>
                <a:lnTo>
                  <a:pt x="0" y="0"/>
                </a:lnTo>
                <a:lnTo>
                  <a:pt x="0" y="3268292"/>
                </a:lnTo>
                <a:lnTo>
                  <a:pt x="2430421" y="3268292"/>
                </a:lnTo>
                <a:lnTo>
                  <a:pt x="2430421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31414" y="8226027"/>
            <a:ext cx="1660130" cy="528223"/>
          </a:xfrm>
          <a:custGeom>
            <a:avLst/>
            <a:gdLst/>
            <a:ahLst/>
            <a:cxnLst/>
            <a:rect r="r" b="b" t="t" l="l"/>
            <a:pathLst>
              <a:path h="528223" w="1660130">
                <a:moveTo>
                  <a:pt x="0" y="0"/>
                </a:moveTo>
                <a:lnTo>
                  <a:pt x="1660130" y="0"/>
                </a:lnTo>
                <a:lnTo>
                  <a:pt x="1660130" y="528223"/>
                </a:lnTo>
                <a:lnTo>
                  <a:pt x="0" y="5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43619" y="4593869"/>
            <a:ext cx="7800762" cy="257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engaño no es solo óptico; el cerebro distorsiona el oído y el tacto para simplificar el mundo.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En medicina, se usan espejos para engañar al cerebro de pacientes con dolor crónico.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Al ver el reflejo de la mano sana relajada, la mente se cree la ilusión y quita e</a:t>
            </a: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l dolor de la mano enferma.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9862" y="3124432"/>
            <a:ext cx="5972770" cy="6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sz="3999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 Ilusiones táctiles y auditivas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12203" y="1249277"/>
            <a:ext cx="12663594" cy="127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60"/>
              </a:lnSpc>
            </a:pPr>
            <a:r>
              <a:rPr lang="en-US" sz="8000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Conclusión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860191" y="2501170"/>
            <a:ext cx="4567618" cy="428214"/>
          </a:xfrm>
          <a:custGeom>
            <a:avLst/>
            <a:gdLst/>
            <a:ahLst/>
            <a:cxnLst/>
            <a:rect r="r" b="b" t="t" l="l"/>
            <a:pathLst>
              <a:path h="428214" w="4567618">
                <a:moveTo>
                  <a:pt x="0" y="0"/>
                </a:moveTo>
                <a:lnTo>
                  <a:pt x="4567618" y="0"/>
                </a:lnTo>
                <a:lnTo>
                  <a:pt x="4567618" y="428215"/>
                </a:lnTo>
                <a:lnTo>
                  <a:pt x="0" y="4282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516017">
            <a:off x="15753132" y="8154626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7649376">
            <a:off x="-492394" y="791780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505603">
            <a:off x="-911115" y="133037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16695" y="4014205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822986" y="773546"/>
            <a:ext cx="403836" cy="430758"/>
          </a:xfrm>
          <a:custGeom>
            <a:avLst/>
            <a:gdLst/>
            <a:ahLst/>
            <a:cxnLst/>
            <a:rect r="r" b="b" t="t" l="l"/>
            <a:pathLst>
              <a:path h="430758" w="403836">
                <a:moveTo>
                  <a:pt x="0" y="0"/>
                </a:moveTo>
                <a:lnTo>
                  <a:pt x="403836" y="0"/>
                </a:lnTo>
                <a:lnTo>
                  <a:pt x="403836" y="430759"/>
                </a:lnTo>
                <a:lnTo>
                  <a:pt x="0" y="4307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22703" y="5844404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5"/>
                </a:lnTo>
                <a:lnTo>
                  <a:pt x="0" y="3939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24852" y="3778182"/>
            <a:ext cx="481074" cy="551361"/>
          </a:xfrm>
          <a:custGeom>
            <a:avLst/>
            <a:gdLst/>
            <a:ahLst/>
            <a:cxnLst/>
            <a:rect r="r" b="b" t="t" l="l"/>
            <a:pathLst>
              <a:path h="551361" w="481074">
                <a:moveTo>
                  <a:pt x="0" y="0"/>
                </a:moveTo>
                <a:lnTo>
                  <a:pt x="481073" y="0"/>
                </a:lnTo>
                <a:lnTo>
                  <a:pt x="481073" y="551361"/>
                </a:lnTo>
                <a:lnTo>
                  <a:pt x="0" y="5513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467169">
            <a:off x="14395822" y="4442452"/>
            <a:ext cx="1369106" cy="4114800"/>
          </a:xfrm>
          <a:custGeom>
            <a:avLst/>
            <a:gdLst/>
            <a:ahLst/>
            <a:cxnLst/>
            <a:rect r="r" b="b" t="t" l="l"/>
            <a:pathLst>
              <a:path h="4114800" w="1369106">
                <a:moveTo>
                  <a:pt x="0" y="0"/>
                </a:moveTo>
                <a:lnTo>
                  <a:pt x="1369106" y="0"/>
                </a:lnTo>
                <a:lnTo>
                  <a:pt x="13691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632913">
            <a:off x="2084549" y="5291107"/>
            <a:ext cx="2430421" cy="3268292"/>
          </a:xfrm>
          <a:custGeom>
            <a:avLst/>
            <a:gdLst/>
            <a:ahLst/>
            <a:cxnLst/>
            <a:rect r="r" b="b" t="t" l="l"/>
            <a:pathLst>
              <a:path h="3268292" w="2430421">
                <a:moveTo>
                  <a:pt x="2430421" y="0"/>
                </a:moveTo>
                <a:lnTo>
                  <a:pt x="0" y="0"/>
                </a:lnTo>
                <a:lnTo>
                  <a:pt x="0" y="3268292"/>
                </a:lnTo>
                <a:lnTo>
                  <a:pt x="2430421" y="3268292"/>
                </a:lnTo>
                <a:lnTo>
                  <a:pt x="2430421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931414" y="8226027"/>
            <a:ext cx="1660130" cy="528223"/>
          </a:xfrm>
          <a:custGeom>
            <a:avLst/>
            <a:gdLst/>
            <a:ahLst/>
            <a:cxnLst/>
            <a:rect r="r" b="b" t="t" l="l"/>
            <a:pathLst>
              <a:path h="528223" w="1660130">
                <a:moveTo>
                  <a:pt x="0" y="0"/>
                </a:moveTo>
                <a:lnTo>
                  <a:pt x="1660130" y="0"/>
                </a:lnTo>
                <a:lnTo>
                  <a:pt x="1660130" y="528223"/>
                </a:lnTo>
                <a:lnTo>
                  <a:pt x="0" y="5282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243619" y="4593869"/>
            <a:ext cx="7800762" cy="3427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cerebro nos engaña para facilitarnos la vida y ahorrarnos el esfuerzo de procesar todo el caos exterior.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Cada persona deforma, decora y procesa la realidad a su manera.</a:t>
            </a:r>
          </a:p>
          <a:p>
            <a:pPr algn="l" marL="559253" indent="-279627" lvl="1">
              <a:lnSpc>
                <a:spcPts val="3419"/>
              </a:lnSpc>
              <a:buFont typeface="Arial"/>
              <a:buChar char="•"/>
            </a:pP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Conclusión: Nuestras verdades</a:t>
            </a:r>
            <a:r>
              <a:rPr lang="en-US" sz="2590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individuales son mucho más frágiles de lo que nos gusta admitir.</a:t>
            </a:r>
          </a:p>
          <a:p>
            <a:pPr algn="l">
              <a:lnSpc>
                <a:spcPts val="341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6492225" y="3124432"/>
            <a:ext cx="5068044" cy="628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9"/>
              </a:lnSpc>
              <a:spcBef>
                <a:spcPct val="0"/>
              </a:spcBef>
            </a:pPr>
            <a:r>
              <a:rPr lang="en-US" sz="3999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Nad</a:t>
            </a:r>
            <a:r>
              <a:rPr lang="en-US" sz="3999">
                <a:solidFill>
                  <a:srgbClr val="422609"/>
                </a:solidFill>
                <a:latin typeface="TT Chocolates"/>
                <a:ea typeface="TT Chocolates"/>
                <a:cs typeface="TT Chocolates"/>
                <a:sym typeface="TT Chocolates"/>
              </a:rPr>
              <a:t>ie ve el mundo igual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5" r="0" b="-967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96660" y="2956865"/>
            <a:ext cx="11008048" cy="304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41"/>
              </a:lnSpc>
            </a:pPr>
            <a:r>
              <a:rPr lang="en-US" sz="19132">
                <a:solidFill>
                  <a:srgbClr val="422609"/>
                </a:solidFill>
                <a:latin typeface="GFS Theokritos"/>
                <a:ea typeface="GFS Theokritos"/>
                <a:cs typeface="GFS Theokritos"/>
                <a:sym typeface="GFS Theokritos"/>
              </a:rPr>
              <a:t>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77443" y="5815819"/>
            <a:ext cx="8483197" cy="795300"/>
          </a:xfrm>
          <a:custGeom>
            <a:avLst/>
            <a:gdLst/>
            <a:ahLst/>
            <a:cxnLst/>
            <a:rect r="r" b="b" t="t" l="l"/>
            <a:pathLst>
              <a:path h="795300" w="8483197">
                <a:moveTo>
                  <a:pt x="0" y="0"/>
                </a:moveTo>
                <a:lnTo>
                  <a:pt x="8483197" y="0"/>
                </a:lnTo>
                <a:lnTo>
                  <a:pt x="8483197" y="795299"/>
                </a:lnTo>
                <a:lnTo>
                  <a:pt x="0" y="7952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68299">
            <a:off x="754012" y="1700759"/>
            <a:ext cx="3558410" cy="1739159"/>
          </a:xfrm>
          <a:custGeom>
            <a:avLst/>
            <a:gdLst/>
            <a:ahLst/>
            <a:cxnLst/>
            <a:rect r="r" b="b" t="t" l="l"/>
            <a:pathLst>
              <a:path h="1739159" w="3558410">
                <a:moveTo>
                  <a:pt x="0" y="0"/>
                </a:moveTo>
                <a:lnTo>
                  <a:pt x="3558410" y="0"/>
                </a:lnTo>
                <a:lnTo>
                  <a:pt x="3558410" y="1739158"/>
                </a:lnTo>
                <a:lnTo>
                  <a:pt x="0" y="17391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24266">
            <a:off x="13995122" y="1209525"/>
            <a:ext cx="3358842" cy="2558827"/>
          </a:xfrm>
          <a:custGeom>
            <a:avLst/>
            <a:gdLst/>
            <a:ahLst/>
            <a:cxnLst/>
            <a:rect r="r" b="b" t="t" l="l"/>
            <a:pathLst>
              <a:path h="2558827" w="3358842">
                <a:moveTo>
                  <a:pt x="0" y="0"/>
                </a:moveTo>
                <a:lnTo>
                  <a:pt x="3358842" y="0"/>
                </a:lnTo>
                <a:lnTo>
                  <a:pt x="3358842" y="2558828"/>
                </a:lnTo>
                <a:lnTo>
                  <a:pt x="0" y="25588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01351">
            <a:off x="1117574" y="5918301"/>
            <a:ext cx="2974461" cy="3597612"/>
          </a:xfrm>
          <a:custGeom>
            <a:avLst/>
            <a:gdLst/>
            <a:ahLst/>
            <a:cxnLst/>
            <a:rect r="r" b="b" t="t" l="l"/>
            <a:pathLst>
              <a:path h="3597612" w="2974461">
                <a:moveTo>
                  <a:pt x="0" y="0"/>
                </a:moveTo>
                <a:lnTo>
                  <a:pt x="2974461" y="0"/>
                </a:lnTo>
                <a:lnTo>
                  <a:pt x="2974461" y="3597612"/>
                </a:lnTo>
                <a:lnTo>
                  <a:pt x="0" y="35976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52756" y="-686287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6" y="0"/>
                </a:lnTo>
                <a:lnTo>
                  <a:pt x="2557316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24513" y="8185242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1" y="0"/>
                </a:lnTo>
                <a:lnTo>
                  <a:pt x="3195201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649376">
            <a:off x="-690213" y="8628727"/>
            <a:ext cx="3195202" cy="2020965"/>
          </a:xfrm>
          <a:custGeom>
            <a:avLst/>
            <a:gdLst/>
            <a:ahLst/>
            <a:cxnLst/>
            <a:rect r="r" b="b" t="t" l="l"/>
            <a:pathLst>
              <a:path h="2020965" w="3195202">
                <a:moveTo>
                  <a:pt x="0" y="0"/>
                </a:moveTo>
                <a:lnTo>
                  <a:pt x="3195202" y="0"/>
                </a:lnTo>
                <a:lnTo>
                  <a:pt x="3195202" y="2020965"/>
                </a:lnTo>
                <a:lnTo>
                  <a:pt x="0" y="20209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505603">
            <a:off x="-911115" y="-568708"/>
            <a:ext cx="3637006" cy="2300407"/>
          </a:xfrm>
          <a:custGeom>
            <a:avLst/>
            <a:gdLst/>
            <a:ahLst/>
            <a:cxnLst/>
            <a:rect r="r" b="b" t="t" l="l"/>
            <a:pathLst>
              <a:path h="2300407" w="3637006">
                <a:moveTo>
                  <a:pt x="0" y="0"/>
                </a:moveTo>
                <a:lnTo>
                  <a:pt x="3637006" y="0"/>
                </a:lnTo>
                <a:lnTo>
                  <a:pt x="3637006" y="2300407"/>
                </a:lnTo>
                <a:lnTo>
                  <a:pt x="0" y="23004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505603">
            <a:off x="16418763" y="264678"/>
            <a:ext cx="2557315" cy="1617502"/>
          </a:xfrm>
          <a:custGeom>
            <a:avLst/>
            <a:gdLst/>
            <a:ahLst/>
            <a:cxnLst/>
            <a:rect r="r" b="b" t="t" l="l"/>
            <a:pathLst>
              <a:path h="1617502" w="2557315">
                <a:moveTo>
                  <a:pt x="0" y="0"/>
                </a:moveTo>
                <a:lnTo>
                  <a:pt x="2557315" y="0"/>
                </a:lnTo>
                <a:lnTo>
                  <a:pt x="2557315" y="1617502"/>
                </a:lnTo>
                <a:lnTo>
                  <a:pt x="0" y="16175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435851">
            <a:off x="4731306" y="9491651"/>
            <a:ext cx="3274433" cy="2071079"/>
          </a:xfrm>
          <a:custGeom>
            <a:avLst/>
            <a:gdLst/>
            <a:ahLst/>
            <a:cxnLst/>
            <a:rect r="r" b="b" t="t" l="l"/>
            <a:pathLst>
              <a:path h="2071079" w="3274433">
                <a:moveTo>
                  <a:pt x="0" y="0"/>
                </a:moveTo>
                <a:lnTo>
                  <a:pt x="3274433" y="0"/>
                </a:lnTo>
                <a:lnTo>
                  <a:pt x="3274433" y="2071079"/>
                </a:lnTo>
                <a:lnTo>
                  <a:pt x="0" y="20710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7495">
            <a:off x="14774411" y="6303924"/>
            <a:ext cx="2133183" cy="3317999"/>
          </a:xfrm>
          <a:custGeom>
            <a:avLst/>
            <a:gdLst/>
            <a:ahLst/>
            <a:cxnLst/>
            <a:rect r="r" b="b" t="t" l="l"/>
            <a:pathLst>
              <a:path h="3317999" w="2133183">
                <a:moveTo>
                  <a:pt x="0" y="0"/>
                </a:moveTo>
                <a:lnTo>
                  <a:pt x="2133183" y="0"/>
                </a:lnTo>
                <a:lnTo>
                  <a:pt x="2133183" y="3317999"/>
                </a:lnTo>
                <a:lnTo>
                  <a:pt x="0" y="331799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853913">
            <a:off x="5005311" y="754588"/>
            <a:ext cx="1649264" cy="1604284"/>
          </a:xfrm>
          <a:custGeom>
            <a:avLst/>
            <a:gdLst/>
            <a:ahLst/>
            <a:cxnLst/>
            <a:rect r="r" b="b" t="t" l="l"/>
            <a:pathLst>
              <a:path h="1604284" w="1649264">
                <a:moveTo>
                  <a:pt x="0" y="0"/>
                </a:moveTo>
                <a:lnTo>
                  <a:pt x="1649263" y="0"/>
                </a:lnTo>
                <a:lnTo>
                  <a:pt x="1649263" y="1604284"/>
                </a:lnTo>
                <a:lnTo>
                  <a:pt x="0" y="160428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7960364">
            <a:off x="11349932" y="7833515"/>
            <a:ext cx="1679184" cy="1633388"/>
          </a:xfrm>
          <a:custGeom>
            <a:avLst/>
            <a:gdLst/>
            <a:ahLst/>
            <a:cxnLst/>
            <a:rect r="r" b="b" t="t" l="l"/>
            <a:pathLst>
              <a:path h="1633388" w="1679184">
                <a:moveTo>
                  <a:pt x="0" y="0"/>
                </a:moveTo>
                <a:lnTo>
                  <a:pt x="1679185" y="0"/>
                </a:lnTo>
                <a:lnTo>
                  <a:pt x="1679185" y="1633389"/>
                </a:lnTo>
                <a:lnTo>
                  <a:pt x="0" y="163338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7401791" y="4171874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879316" y="580227"/>
            <a:ext cx="420443" cy="448473"/>
          </a:xfrm>
          <a:custGeom>
            <a:avLst/>
            <a:gdLst/>
            <a:ahLst/>
            <a:cxnLst/>
            <a:rect r="r" b="b" t="t" l="l"/>
            <a:pathLst>
              <a:path h="448473" w="420443">
                <a:moveTo>
                  <a:pt x="0" y="0"/>
                </a:moveTo>
                <a:lnTo>
                  <a:pt x="420444" y="0"/>
                </a:lnTo>
                <a:lnTo>
                  <a:pt x="420444" y="448473"/>
                </a:lnTo>
                <a:lnTo>
                  <a:pt x="0" y="4484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90379" y="487990"/>
            <a:ext cx="295629" cy="315338"/>
          </a:xfrm>
          <a:custGeom>
            <a:avLst/>
            <a:gdLst/>
            <a:ahLst/>
            <a:cxnLst/>
            <a:rect r="r" b="b" t="t" l="l"/>
            <a:pathLst>
              <a:path h="315338" w="295629">
                <a:moveTo>
                  <a:pt x="0" y="0"/>
                </a:moveTo>
                <a:lnTo>
                  <a:pt x="295630" y="0"/>
                </a:lnTo>
                <a:lnTo>
                  <a:pt x="295630" y="315338"/>
                </a:lnTo>
                <a:lnTo>
                  <a:pt x="0" y="31533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8018" y="5994429"/>
            <a:ext cx="369370" cy="393995"/>
          </a:xfrm>
          <a:custGeom>
            <a:avLst/>
            <a:gdLst/>
            <a:ahLst/>
            <a:cxnLst/>
            <a:rect r="r" b="b" t="t" l="l"/>
            <a:pathLst>
              <a:path h="393995" w="369370">
                <a:moveTo>
                  <a:pt x="0" y="0"/>
                </a:moveTo>
                <a:lnTo>
                  <a:pt x="369370" y="0"/>
                </a:lnTo>
                <a:lnTo>
                  <a:pt x="369370" y="393994"/>
                </a:lnTo>
                <a:lnTo>
                  <a:pt x="0" y="39399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4630996" y="8563783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8" y="0"/>
                </a:lnTo>
                <a:lnTo>
                  <a:pt x="421068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7401791" y="6442666"/>
            <a:ext cx="421067" cy="482587"/>
          </a:xfrm>
          <a:custGeom>
            <a:avLst/>
            <a:gdLst/>
            <a:ahLst/>
            <a:cxnLst/>
            <a:rect r="r" b="b" t="t" l="l"/>
            <a:pathLst>
              <a:path h="482587" w="421067">
                <a:moveTo>
                  <a:pt x="0" y="0"/>
                </a:moveTo>
                <a:lnTo>
                  <a:pt x="421067" y="0"/>
                </a:lnTo>
                <a:lnTo>
                  <a:pt x="421067" y="482587"/>
                </a:lnTo>
                <a:lnTo>
                  <a:pt x="0" y="48258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18738" y="4240035"/>
            <a:ext cx="337006" cy="386244"/>
          </a:xfrm>
          <a:custGeom>
            <a:avLst/>
            <a:gdLst/>
            <a:ahLst/>
            <a:cxnLst/>
            <a:rect r="r" b="b" t="t" l="l"/>
            <a:pathLst>
              <a:path h="386244" w="337006">
                <a:moveTo>
                  <a:pt x="0" y="0"/>
                </a:moveTo>
                <a:lnTo>
                  <a:pt x="337006" y="0"/>
                </a:lnTo>
                <a:lnTo>
                  <a:pt x="337006" y="386244"/>
                </a:lnTo>
                <a:lnTo>
                  <a:pt x="0" y="38624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06079" t="-76273" r="0" b="-54789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73555" y="1577092"/>
            <a:ext cx="485517" cy="556453"/>
          </a:xfrm>
          <a:custGeom>
            <a:avLst/>
            <a:gdLst/>
            <a:ahLst/>
            <a:cxnLst/>
            <a:rect r="r" b="b" t="t" l="l"/>
            <a:pathLst>
              <a:path h="556453" w="485517">
                <a:moveTo>
                  <a:pt x="0" y="0"/>
                </a:moveTo>
                <a:lnTo>
                  <a:pt x="485518" y="0"/>
                </a:lnTo>
                <a:lnTo>
                  <a:pt x="485518" y="556453"/>
                </a:lnTo>
                <a:lnTo>
                  <a:pt x="0" y="55645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-106079" t="-76273" r="0" b="-5478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DAHN5xAT2IQ</dc:identifier>
  <dcterms:modified xsi:type="dcterms:W3CDTF">2011-08-01T06:04:30Z</dcterms:modified>
  <cp:revision>1</cp:revision>
  <dc:title>Presentación Asi nos engaña el cerebro</dc:title>
</cp:coreProperties>
</file>